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B2A55"/>
                </a:solidFill>
                <a:latin typeface="Calibri"/>
              </a:rPr>
              <a:t>Missed diabetic cases by decision threshold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Missed diabetic cases</c:v>
                </c:pt>
              </c:strCache>
            </c:strRef>
          </c:tx>
          <c:dPt>
            <c:idx val="0"/>
            <c:spPr>
              <a:solidFill>
                <a:srgbClr val="1B2A55"/>
              </a:solidFill>
            </c:spPr>
          </c:dPt>
          <c:dPt>
            <c:idx val="1"/>
            <c:spPr>
              <a:solidFill>
                <a:srgbClr val="1B2A55"/>
              </a:solidFill>
            </c:spPr>
          </c:dPt>
          <c:dPt>
            <c:idx val="2"/>
            <c:spPr>
              <a:solidFill>
                <a:srgbClr val="C99A2E"/>
              </a:solidFill>
            </c:spPr>
          </c:dPt>
          <c:dPt>
            <c:idx val="3"/>
            <c:spPr>
              <a:solidFill>
                <a:srgbClr val="1B2A55"/>
              </a:solidFill>
            </c:spPr>
          </c:dPt>
          <c:cat>
            <c:strRef>
              <c:f>Sheet1!$A$2:$A$5</c:f>
              <c:strCache>
                <c:ptCount val="4"/>
                <c:pt idx="0">
                  <c:v>τ = 0.50</c:v>
                </c:pt>
                <c:pt idx="1">
                  <c:v>τ = 0.40</c:v>
                </c:pt>
                <c:pt idx="2">
                  <c:v>τ = 0.30</c:v>
                </c:pt>
                <c:pt idx="3">
                  <c:v>τ = 0.20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1F243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C"/>
            </a:solidFill>
          </a:ln>
        </c:spPr>
        <c:txPr>
          <a:bodyPr/>
          <a:lstStyle/>
          <a:p>
            <a:pPr>
              <a:defRPr sz="1200">
                <a:solidFill>
                  <a:srgbClr val="1F243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>
          <c:spPr>
            <a:ln>
              <a:solidFill>
                <a:srgbClr val="DDE3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 seconds: greet the panel, state the title, introduce the team (M. Tanmayee and K. Devika) and the guide, Dr. G. S. Raghavendra. This project builds a diabetes risk screening model that is tuned to miss as few at-risk patients as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to one slide. In a 10-12 minute review, spend the most time on literature survey, objectives and work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60-90 seconds. Start broad: diabetes affects about 537 million adults [1]. Narrow down: our project uses routine clinical measurements to flag at-risk people, as a screening aid, never a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sentence problem statement. Who benefits: patients and screening clinicians. The number to remember: false negatives fall from 13 to 4 when the threshold moves from 0.50 to 0.30.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read the table. Trend: every study compares classifiers on the Pima data and reports accuracy; SVM is best in [2], a neural network in [3], KNN in [4] and LR in [5]. None of them tunes the threshold for recall or goes beyond offline comparison. That is our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gaps, each from the last column of the survey: metric (accuracy only), method (no nested CV, calibration or SHAP) and deployment (no API or monitoring). Our project closes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objectives with action verbs: prepare data, implement models, evaluate with recall-first metrics, and deploy with monitoring. Each is backed by a result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 in under a minute. Input: clinical record. Pre-processing: zeros become NaN, then imputation and scaling. Core: calibrated classifier with threshold 0.30. Output: probability, risk tier and advisory. Monitoring uses PSI.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modules: data, processing, core logic and interface. The same preprocessing pipeline is used in training and serving, which is how we avoid training-serving skew.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full code is on GitHub (tanmayeemuppaneni/diabetes-risk-prediction), including 16 automated tests. No GPU is needed because the dataset is small and tabular.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honest about status: the data pipeline, models, evaluation, API and monitoring are done, with 16 of 16 tests passing. The web front end is pending. The chart is our headline result: lowering the threshold to 0.30 reduces missed diabetic cases from 13 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0 and Review 1 are complete. Remaining weeks: a web front end for the API, extra validation, and the final report and paper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Restate only: the problem (missed cases hidden by accuracy), the gap (no recall tuning, calibration or deployment) and what we deliver. End with future scope: web front end and larger cohorts.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Papers [2]–[5] form the literature survey. [1] supports the domain statistic, [6] is the dataset, [7]–[9] support the methods, and [10] is the main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architecture slide (slide 8) open during questions; most panel questions point back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 •  BACHUPALLY CAMPUS, HYDERABAD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Risk Prediction Using Machine Learning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42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Recall-first screening on the Pima Indians Diabetes dataset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2520030339   M. Tanmayee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2520030329   K. Devika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G. S. Raghavendra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Bachupally Campus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 |  Minor Project - Review 1  |  Academic Year 2026-27  |  Date: 13-10-2026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Domain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Modules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/ Demo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Review Plan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&amp; Conclusion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Domain Background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domain?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analytics: using routine clinical measurements (glucose, BMI, age, insulin) to flag people at risk of Type 2 diabetes early.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relevant today?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537 million adults live with diabetes worldwide, and late detection leads to avoidable complications [1], [2].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your project sit?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screening-support classifier on the Pima Indians data, tuned to miss as few at-risk patients as possible.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141732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 million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aged 20–79 with diabetes, 2021 [1]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4434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864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 aid, not a diagnosis: a positive flag always needs confirmation by HbA1c / OGTT lab tests.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Existing diabetes-prediction studies rank models by accuracy alone, so at-risk patients are missed (false negatives) and the models are rarely engineered for deployment. 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at risk of Type 2 diabetes and clinicians doing first-level screening. A missed case stays untreated until complications appear.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 of the problem?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default threshold of 0.50, 13 diabetic cases were missed on the test split; tuning to 0.30 cuts this to 4 (a 69.2% reduction).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solve it now?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papers stop at accuracy; open tools (scikit-learn, ONNX, FastAPI) now make a tested, monitored screening pipeline practical.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recent studies (2022–2025) on the same task, predicting diabetes from the Pima Indians data; references [2]–[5].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2743200"/>
                <a:gridCol w="1737360"/>
                <a:gridCol w="228600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Technique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Edeh et al. (2022)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diabetes prediction with RF, SVM, Naive Bayes, DT and k-means [2]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Pima Indians + Frankfurt Hospital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best on Pima: 83.1%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Accuracy-led comparison; no recall-focused threshold 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Alzboon et al. (2023)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of 8 ML models (LR, DT, RF, kNN, NB, SVM, GB, NN) [3]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Pima Indians (768 patients)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78.57%, RF 76.30%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ranked by accuracy; no deployment or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Oumoulylte et al. (2023)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KNN, NB, SVM, DT, RF and LR compared with preprocessing [4]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Pima Indians (768 instances)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best on accuracy, precision, recall,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comparison only; no calibration, SHAP or serving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Jiao (2025)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vs Logistic Regression vs SVM 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Pima Indians Diabetes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best at 0.76 accuracy; SVM has poor 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the recall gap but does not tune the decision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surveyed studies optimise accuracy; recall-first tuning, calibration and deployment are left open.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  |  METRIC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studies [2]–[5] rank models by accuracy; none tunes the decision threshold for high recall.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34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  |  METHOD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surveyed abstracts report no nested cross-validation, probability calibration or SHAP explanations.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  |  DEPLOYMENT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stops at offline model comparison: no REST API, ONNX export or drift monitoring.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ADDRESSES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recall-first threshold (τ = 0.30), nested CV with calibration and SHAP, and a FastAPI + ONNX + PSI service close all three gaps.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977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false negatives drop from 13 to 4 on the test split (69.2% fewer missed cases).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comes from the last column of the literature survey table (slide 5).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objectives, each demonstrated in the project repository and report.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collect / prepare </a:t>
            </a:r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Pima Indians Diabetes dataset (768 records, 8 clinical features) and clean impossible zero values in one shared pipeline.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&amp; implement </a:t>
            </a:r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SVM, tree and ensemble classifiers with nested cross-validation and hyperparameter tuning.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</a:t>
            </a:r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Recall, Precision, PR-AUC and ROC-AUC, and tune the threshold to reach recall of at least 0.90.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 / demonstrate </a:t>
            </a:r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prediction service with ONNX export and PSI-based drift monitoring.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map one-to-one to results: pipeline, benchmark, recall of 0.90 at τ = 0.30, and the deployed API.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CSV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request to /predict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NaN, median impute,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flags, scaling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SVM / RF / boosting,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calibrated, τ = 0.30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Probability, risk tier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clinical advisory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4904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 b="1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labels (what flows between stages)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 b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pre-processing: raw 8-feature clinical record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 b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to core: cleaned, scaled vector + missing flags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 b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 output: calibrated probability, thresholded at 0.30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 b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 monitoring: per-feature PSI; PSI of 0.20 or more triggers retraining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our work sits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stages live in one shared scikit-learn Pipeline, so training and serving use identical preprocessing and training-serving skew is avoided.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 [6]: 768 patients, 8 clinical features, 34.9% positive class. Stratified train / validation / test partitions.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2 -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sklearn Pipeline: zero-to-NaN sanitizer, median imputation, missing-value flags and standard scaling, shared by training and serving.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3 - Core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 [8], Random Forest [7] and boosting; nested 5×3 CV, Platt calibration, SHAP [9] explanations, τ = 0.30.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4 - Interface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with /health, /metadata, /predict and /predict/batch; ONNX export; PSI drift monitor.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3.9+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NumPy, Pandas, scikit-learn [10], SciPy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SHAP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Serving: FastAPI with Pydantic validation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Joblib and ONNX (ONNX Runtime)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pytest (16 automated tests)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PLATFORM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Any modern laptop CPU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Standard laptop memory is sufficient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Cloud: Not required (768-row tabular data)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or devices: None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localhost (FastAPI service)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github.com/tanmayeemuppaneni/diabetes-risk-prediction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/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pre-processing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tuning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calibration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07992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drift monitoring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21224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 end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4892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threshold from 0.50 to 0.30 cuts missed diabetic cases from 13 to 4 (69.2% fewer), at the cost of 12 extra confirmatory tests.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graphicFrame>
        <p:nvGraphicFramePr>
          <p:cNvPr id="34" name="Threshold chart"/>
          <p:cNvGraphicFramePr>
            <a:graphicFrameLocks noGrp="1"/>
          </p:cNvGraphicFramePr>
          <p:nvPr/>
        </p:nvGraphicFramePr>
        <p:xfrm>
          <a:off x="6812280" y="1554480"/>
          <a:ext cx="4663440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Review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abstract, team roles finalised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survey, gap, objectives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 end, full evaluation write-up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demo, results, report, paper draft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circles = completed reviews (Review 0 and Review 1).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plan: 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web front end for the /predict API, validate on additional clinical data, and complete the report and paper draft.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Conclusion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tested, recall-first diabetes screening pipeline with a FastAPI service and ONNX export.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TARGET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of 0.90 at τ = 0.30; nested-CV ROC-AUC of 0.818 ± 0.038; about 2.5 ms per prediction.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LAB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First-level screening in clinics and health camps, always followed by HbA1c / OGTT confirmation.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took up diabetes risk screening, where accuracy-only evaluation hides missed cases. Surveyed studies compare models on accuracy and stop short of recall tuning, calibration and deployment. Our pipeline reaches recall of 0.90 at τ = 0.30 (false negatives 13 to 4) and is served through FastAPI and ONNX with PSI drift monitoring. Future scope: a web front end and validation on larger, more diverse clinical cohorts.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style, numbered in the order they are cited in the slides.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452628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1719072"/>
            <a:ext cx="10424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International Diabetes Federation, IDF Diabetes Atlas, 10th ed. Brussels, Belgium: IDF, 2021.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M. O. Edeh et al., "A classification algorithm-based hybrid diabetes prediction model," Front. Public Health, vol. 10, Art. no. 829519, 2022, doi: 10.3389/fpubh.2022.829519.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M. S. Alzboon et al., "A comparative study of machine learning techniques for early prediction of diabetes," in Proc. IEEE 10th Int. Conf. Commun. Netw. (ComNet), Hammamet, Tunisia, 2023.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M. Oumoulylte, A. Bahri, Y. Farhaoui and A. El Allaoui, "An efficient prediction system for diabetes disease based on machine learning algorithms," Data and Metadata, vol. 2, p. 173, 2023, doi: 10.56294/dm2023173.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Y. Jiao, "Comparisons of machine learning models for prediction of susceptibility to diabetes," ITM Web Conf., vol. 70, Art. no. 04035, 2025, doi: 10.1051/itmconf/20257004035.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J. W. Smith, J. E. Everhart, W. C. Dickson, W. C. Knowler and R. S. Johannes, "Using the ADAP learning algorithm to forecast the onset of diabetes mellitus," in Proc. Symp. Comput. Appl. Med. Care, 1988, pp. 261–265.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L. Breiman, "Random forests," Mach. Learn., vol. 45, no. 1, pp. 5–32, 2001.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C. Cortes and V. Vapnik, "Support-vector networks," Mach. Learn., vol. 20, no. 3, pp. 273–297, 1995.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S. M. Lundberg and S.-I. Lee, "A unified approach to interpreting model predictions," in Proc. Adv. Neural Inf. Process. Syst. (NeurIPS), vol. 30, 2017, pp. 4765–4774.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F. Pedregosa et al., "Scikit-learn: Machine learning in Python," J. Mach. Learn. Res., vol. 12, pp. 2825–2830, 2011.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M. Tanmayee, K. Devika   |   Guide: Dr. G. S. Raghavendra   |   Dept. of CSE, KLH Bachupally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- Model Review Presentation</dc:title>
  <dc:subject>PptxGenJS Presentation</dc:subject>
  <dc:creator>Dept. of CSE, KLH Bachupally</dc:creator>
  <cp:lastModifiedBy>Dept. of CSE, KLH Bachupally</cp:lastModifiedBy>
  <cp:revision>1</cp:revision>
  <dcterms:created xsi:type="dcterms:W3CDTF">2026-09-16T05:47:29Z</dcterms:created>
  <dcterms:modified xsi:type="dcterms:W3CDTF">2026-09-16T05:47:29Z</dcterms:modified>
</cp:coreProperties>
</file>